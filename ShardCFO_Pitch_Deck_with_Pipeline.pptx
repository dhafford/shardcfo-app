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147483649" r:id="rId_slide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_slide11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_pipelin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Fractional advisory enabling builders to build.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097280" cy="7315"/>
          </a:xfrm>
          <a:prstGeom prst="rect">
            <a:avLst/>
          </a:prstGeom>
          <a:solidFill>
            <a:srgbClr val="71717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Dave Hafford  ·  dave@shardcfo.com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09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delivers fractional CFO services to seed-through-Series B technology companies. We build investor-ready financial models, KPI dashboards, fundraising data rooms, and board materials. Our founders have deployed capital at Prosperity7, Kleiner Perkins, TPG, and Thomvest — we know exactly what investors want to see because we used to be the ones asking for 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09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 ·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seed-stage startups have zero finance infrastructure. Founders rely on bookkeepers who produce tax-ready books — not investor-ready financials. When a VC asks for cohort analysis, burn multiples, or a 13-week cash forecast, the founder scrambles. Deals stall. Term sheets evaporate. 82% of startup failures trace back to cash flow mismanagement.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82%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675120" y="3108960"/>
            <a:ext cx="146304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startup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failures: cash flow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SHARDCFO.COM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709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 ·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Status Quo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Tax-Ready Books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91440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546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 raises seed, hires a bookkeeper. Books are compliant but backward-looking. No models, no forecasts, no KPIs.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044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2560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VC Question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2971800"/>
            <a:ext cx="91440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31546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Investor asks for unit economics, runway analysis, or board-ready financials. Bookkeeper cannot deliver. Founder builds a spreadsheet at 2am.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2560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Embedded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971800"/>
            <a:ext cx="91440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1546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Fractional CFO plugs in pre-fundraise. Institutional-grade models from day one. Founders build product, we build the financial story.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SHARDCFO.COM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4709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 ·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$3B+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91440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50K funded startups/yr x $60K finance spend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044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20440" y="24231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$1.2B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520440" y="3200400"/>
            <a:ext cx="91440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SaaS/tech, seed to Series 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24231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$5M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6309360" y="3200400"/>
            <a:ext cx="91440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80-100 clients within 24 months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SHARDCFO.COM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4709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 ·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embed directly into founding teams as a fractional finance function. Every engagement is led by operators who have sat on both sides of the table — as VCs evaluating deals and as founders building companies. Core deliverables: three-statement financial models, unit economics and KPI architecture, fundraising prep and data room buildout, 13-week cash forecasts, and board materials. Clients also access our partner network for bookkeeping, HR, tax, audit, and treasury.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2103120"/>
            <a:ext cx="2011680" cy="201168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1031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Preview]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SHARDCFO.COM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0" y="4709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 ·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Traction &amp;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$50M+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Capital Raised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365760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mo.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67512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 Close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880360"/>
            <a:ext cx="365760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60-80%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Savings vs FT CFO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365760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YC+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Backed Founders Served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4069080"/>
            <a:ext cx="365760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SHARDCFO.COM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4709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 ·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 with a project engagement ($5K-$8K/month): financial model build, data room prep, or fundraise support. Expand into ongoing fractional CFO retainers ($8K-$15K/month) post-close. A full-time CFO costs $300K-$450K/year — we deliver comparable strategic value at 60-80% less. AI-augmented workflows compress month-end close from 8 days to 3, enabling each partner to manage more clients without sacrificing depth. Natural expansion as clients scale from Seed to A to B.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09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 ·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73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2103120"/>
            <a:ext cx="914400" cy="914400"/>
          </a:xfrm>
          <a:prstGeom prst="ellipse">
            <a:avLst/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[Photo]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94460" y="3200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Dave Hafford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94460" y="3520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Wharton MBA. Prosperity7 ($5B), Thomvest, Platform Ventures. Interim CFO: $4M to $10M.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2103120"/>
            <a:ext cx="914400" cy="914400"/>
          </a:xfrm>
          <a:prstGeom prst="ellipse">
            <a:avLst/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[Photo]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34940" y="3200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Name Here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4940" y="3520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are hiring our next partner. Reach out.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SHARDCFO.COM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4709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7680960" cy="731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$1.5M Seed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 ·  SAFE  ·  Post-money cap TBD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23774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  Product &amp; Tooling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  Sales &amp; Growth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  Operations &amp; Hiring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7680960" cy="731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dave@shardcfo.com  ·  shardcfo.com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SHARDCFO.COM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0" y="4709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SHARDCFO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Label"/>
          <p:cNvSpPr/>
          <p:nvPr/>
        </p:nvSpPr>
        <p:spPr>
          <a:xfrm>
            <a:off x="457200" y="170000"/>
            <a:ext cx="2743200" cy="274320"/>
          </a:xfrm>
          <a:prstGeom prst="rect"/>
          <a:noFill/>
        </p:spPr>
        <p:txBody>
          <a:bodyPr wrap="square" lIns="0" tIns="0" rIns="0" bIns="0"/>
          <a:p>
            <a:pPr algn="l"/>
            <a:r>
              <a:rPr lang="en-US" sz="900" b="1" dirty="0">
                <a:solidFill>
                  <a:srgbClr val="71717A"/>
                </a:solidFill>
                <a:latin typeface="Consolas"/>
              </a:rPr>
              <a:t>SOLUTION</a:t>
            </a:r>
          </a:p>
        </p:txBody>
      </p:sp>
      <p:pic>
        <p:nvPicPr>
          <p:cNvPr id="20" name="Pipeline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8600"/>
            <a:ext cx="8686800" cy="4686300"/>
          </a:xfrm>
          <a:prstGeom prst="rect"/>
        </p:spPr>
      </p:pic>
      <p:sp>
        <p:nvSpPr>
          <p:cNvPr id="30" name="FooterLeft"/>
          <p:cNvSpPr/>
          <p:nvPr/>
        </p:nvSpPr>
        <p:spPr>
          <a:xfrm>
            <a:off x="457200" y="4876800"/>
            <a:ext cx="2743200" cy="228600"/>
          </a:xfrm>
          <a:prstGeom prst="rect"/>
          <a:noFill/>
        </p:spPr>
        <p:txBody>
          <a:bodyPr wrap="square" lIns="0" tIns="0" rIns="0" bIns="0"/>
          <a:p>
            <a:pPr algn="l"/>
            <a:r>
              <a:rPr lang="en-US" sz="800" dirty="0">
                <a:solidFill>
                  <a:srgbClr val="71717A"/>
                </a:solidFill>
                <a:latin typeface="Consolas"/>
              </a:rPr>
              <a:t>SHARDCFO.COM</a:t>
            </a:r>
          </a:p>
        </p:txBody>
      </p:sp>
      <p:sp>
        <p:nvSpPr>
          <p:cNvPr id="31" name="FooterRight"/>
          <p:cNvSpPr/>
          <p:nvPr/>
        </p:nvSpPr>
        <p:spPr>
          <a:xfrm>
            <a:off x="5943600" y="4876800"/>
            <a:ext cx="2743200" cy="228600"/>
          </a:xfrm>
          <a:prstGeom prst="rect"/>
          <a:noFill/>
        </p:spPr>
        <p:txBody>
          <a:bodyPr wrap="square" lIns="0" tIns="0" rIns="0" bIns="0"/>
          <a:p>
            <a:pPr algn="r"/>
            <a:r>
              <a:rPr lang="en-US" sz="800" dirty="0">
                <a:solidFill>
                  <a:srgbClr val="71717A"/>
                </a:solidFill>
                <a:latin typeface="Consolas"/>
              </a:rPr>
              <a:t>SHARDCFO  · 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ShardCFO — Pitch Deck Template</dc:title>
  <dc:subject>PptxGenJS Presentation</dc:subject>
  <dc:creator>ShardCFO</dc:creator>
  <cp:lastModifiedBy>ShardCFO</cp:lastModifiedBy>
  <cp:revision>1</cp:revision>
  <dcterms:created xsi:type="dcterms:W3CDTF">2026-02-13T20:44:43Z</dcterms:created>
  <dcterms:modified xsi:type="dcterms:W3CDTF">2026-02-13T20:44:43Z</dcterms:modified>
</cp:coreProperties>
</file>